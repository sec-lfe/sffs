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58368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761"/>
                </a:solidFill>
              </a:rPr>
              <a:t>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SFFS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23444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File Fortify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30352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· Selective · Cryptographically Hardened File Encryption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 — Cryptographic Engine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 — Runtime Security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 — UI &amp; Portability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 ·  AES-256-GCM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 ·  Argon2id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Capstone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/ VeraCrypt —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Full-disk only — no selective encryption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2938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OS-locked —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Windows or Linux; not portable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required —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elevated privileges to mount volumes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8620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8620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isolation —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data left in system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284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tamper-detection or forensic log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46304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14630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per-file encryption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188366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188366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portability (Windows + Linux)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230428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23042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rights required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27249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7249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sandbox for decrypted files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3145536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85232" y="31455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logging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356616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35661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USB-native portable installation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SFFS — 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cross-platform system delivering selective AES-256 file encryption with strong authentication and automated threat response.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54864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48056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1636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0025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 for every 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54864" cy="132588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28416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58768" y="1636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Keys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20025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key wrapping for session keys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54864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208776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39128" y="1636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Auth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39128" y="20025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password hashing (NIST-approved)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54864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4805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8408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Isolation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3511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files live only in a session sandbox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0" y="3017520"/>
            <a:ext cx="54864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32841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58768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58768" y="3511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removal triggers instant sandbox wipe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80760" y="3017520"/>
            <a:ext cx="54864" cy="132588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0877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39128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39128" y="35112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Google Drive sync of key material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47472" y="914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9144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code1/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" y="156362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21792" y="15087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 — RSA-2048 Key Generation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" y="199796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21792" y="19431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 — AES-256-GCM Encrypt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43230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1792" y="23774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 — AES-256-GCM Decrypt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" y="286664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1792" y="28117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 — SHA-256 / BLAKE2 Hash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" y="330098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1792" y="3246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 — Hash Verification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" y="373532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" y="36804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 — Secure Key Storage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9144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18688" y="91440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91840" y="914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18688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21808" y="9144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code2/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46704" y="15636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66160" y="15087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 — Isolated Sandbox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46704" y="19979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566160" y="19431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f08 — Secure Memory Wipe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24323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566160" y="23774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f09 — Argon2id Auth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46704" y="28666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566160" y="28117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— Process Monitor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46704" y="33009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566160" y="3246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— Audit Logger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46704" y="37353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566160" y="36804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— Emergency Lock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9144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163056" y="914400"/>
            <a:ext cx="2743200" cy="47548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236208" y="914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63056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Portability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66176" y="9144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C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code3/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91072" y="156362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10528" y="15087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— USB Drive Detection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91072" y="199796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510528" y="19431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 — PyQt6 Dashboard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91072" y="243230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510528" y="237744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f15 — File Manager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91072" y="286664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510528" y="28117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 — Google Drive Sync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91072" y="330098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510528" y="3246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f17 — Config Loader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91072" y="3735324"/>
            <a:ext cx="164592" cy="164592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510528" y="36804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 — Thread Controller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315968"/>
            <a:ext cx="8595360" cy="5303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74320" y="431596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main-code/   sffs_core.py  ·  main.py  ·  isolated_worker.py  ·  wrap_store.py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274320" y="4315968"/>
            <a:ext cx="137160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Engine — Student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664208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38074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72821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1655064"/>
            <a:ext cx="347472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064735" y="1325880"/>
            <a:ext cx="166420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73879" y="1378637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Key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83023" y="173237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 (CSPRNG)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28943" y="1655064"/>
            <a:ext cx="413289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763710" y="1325880"/>
            <a:ext cx="166420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763710" y="138074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-GCM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63710" y="172821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+ Auth Tag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27918" y="1655064"/>
            <a:ext cx="433386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53541" y="1325880"/>
            <a:ext cx="16642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5453541" y="138074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.sffs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53541" y="172821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magic+header+cipher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Wrapping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23744"/>
            <a:ext cx="2121408" cy="65836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25786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Public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92608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/ SHA-256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87168" y="2852928"/>
            <a:ext cx="484632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535174" y="2516910"/>
            <a:ext cx="2121408" cy="65836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578608" y="259689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78608" y="292608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encrypt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56582" y="2852928"/>
            <a:ext cx="484632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36592" y="2516571"/>
            <a:ext cx="21214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36592" y="256946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WrapStore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18304" y="293522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wrap_store.db · AES-GCM</a:t>
            </a:r>
            <a:endParaRPr lang="en-US" sz="9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453BC7F-30A0-C5FA-7577-0E491C89C5F1}"/>
              </a:ext>
            </a:extLst>
          </p:cNvPr>
          <p:cNvGrpSpPr/>
          <p:nvPr/>
        </p:nvGrpSpPr>
        <p:grpSpPr>
          <a:xfrm>
            <a:off x="6996969" y="1200174"/>
            <a:ext cx="2531079" cy="3950208"/>
            <a:chOff x="-2484454" y="1042416"/>
            <a:chExt cx="2531079" cy="3950208"/>
          </a:xfrm>
        </p:grpSpPr>
        <p:sp>
          <p:nvSpPr>
            <p:cNvPr id="32" name="Shape 30"/>
            <p:cNvSpPr/>
            <p:nvPr/>
          </p:nvSpPr>
          <p:spPr>
            <a:xfrm>
              <a:off x="-2484454" y="1042416"/>
              <a:ext cx="2514600" cy="395020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 31"/>
            <p:cNvSpPr/>
            <p:nvPr/>
          </p:nvSpPr>
          <p:spPr>
            <a:xfrm>
              <a:off x="-2467975" y="1042416"/>
              <a:ext cx="2514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Crypto Primitives</a:t>
              </a:r>
              <a:endParaRPr lang="en-US" sz="13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-2376535" y="1517904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AES-256-GCM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-2376535" y="1755648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AEAD — confidentiality + integrity</a:t>
              </a:r>
              <a:endParaRPr lang="en-US" sz="9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-2376535" y="2048256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RSA-2048</a:t>
              </a:r>
              <a:endParaRPr lang="en-US" sz="11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-2376535" y="2286000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OAEP/SHA-256 key wrap</a:t>
              </a:r>
              <a:endParaRPr lang="en-US" sz="9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-2376535" y="2578608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SHA-256</a:t>
              </a:r>
              <a:endParaRPr lang="en-US" sz="11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-2376535" y="2816352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 integrity hashing</a:t>
              </a:r>
              <a:endParaRPr lang="en-US" sz="9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-2376535" y="3108960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Provenance Token</a:t>
              </a:r>
              <a:endParaRPr lang="en-US" sz="11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-2376535" y="3346704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Pre-decrypt file identity check</a:t>
              </a:r>
              <a:endParaRPr lang="en-US" sz="9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-2376535" y="3639312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PBKDF2 / Argon2id</a:t>
              </a:r>
              <a:endParaRPr lang="en-US" sz="11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-2376535" y="3877056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derivation from password</a:t>
              </a:r>
              <a:endParaRPr lang="en-US" sz="9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-2376535" y="4169664"/>
              <a:ext cx="9601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CSPRNG</a:t>
              </a:r>
              <a:endParaRPr lang="en-US" sz="11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-2376535" y="4407408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secrets.token_bytes() key gen</a:t>
              </a:r>
              <a:endParaRPr lang="en-US" sz="950" dirty="0"/>
            </a:p>
          </p:txBody>
        </p:sp>
      </p:grpSp>
      <p:sp>
        <p:nvSpPr>
          <p:cNvPr id="46" name="Shape 44"/>
          <p:cNvSpPr/>
          <p:nvPr/>
        </p:nvSpPr>
        <p:spPr>
          <a:xfrm>
            <a:off x="365760" y="3337560"/>
            <a:ext cx="58521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365760" y="3337560"/>
            <a:ext cx="58521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365760" y="33375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.sffs binary format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658368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57200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70432" y="3749040"/>
            <a:ext cx="658368" cy="65836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1170432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70432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83664" y="3749040"/>
            <a:ext cx="65836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883664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883664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96896" y="3749040"/>
            <a:ext cx="658368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2596896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HashPre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596896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310128" y="3749040"/>
            <a:ext cx="658368" cy="65836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3310128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0128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023360" y="3749040"/>
            <a:ext cx="65836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4023360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23360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len+N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36592" y="3749040"/>
            <a:ext cx="658368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736592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36592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449824" y="374904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5449824" y="37856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Cipher+Tag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449824" y="40782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Security — Student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Isolated Sandbox (f07)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36245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gets its own scoped directory with chmod 0o700 subdirs (Linux) and Windows Job Object constraints. Decrypted files never leave the sandbox boundary.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47472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73552" y="9601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Secure Memory Wipe (f08)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136245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byte buffers (keys, passwords) are overwritten with random data then zeroed before release. Best-effort RAM hygiene against memory-dump exposure.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53912" y="96012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Argon2id Authentication (f09)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0488" y="136245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password hashing (time_cost=3, memory_cost=64MB). Constant-time comparison prevents timing oracles and username enumeration.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93192" y="26517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Process Monitor (f10)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305409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for attached debuggers and suspicious process heuristics. Detected threat → immediate GUI alert → emergency lock sequence.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651760" cy="347472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73552" y="26517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Logger (f11)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305409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SQLite audit trail. Every encrypt, decrypt, login, and error event is logged. Dashboard shows live last-10 entries.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651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080760" y="2651760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53912" y="26517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Emergency Lock (f12)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90488" y="305409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USB removal, debugger detection, or manual action. 7-step sequence: wipe memory → destroy sandbox → terminate session → CRITICAL audit entry → exit.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850392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0040" y="431596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Isolation: Windows Job Objects  ·  Linux AppArmor profile  ·  Detected at startup → UI badge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&amp; Portability — Student 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Dashboard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53896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03504" y="1417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Window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1636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login, confirm-password field, live policy feedback (red/green)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03504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picker → threaded WorkerThread → progress bar — UI never freezes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03504" y="2532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Panel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" y="2752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alerts wired from ProcessMonitor + USB removal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3504" y="3090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Panel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auto-refresh, last 10 events from SQLite audit database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" y="3648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USB file tree with sandbox viewer (f15 ExplorerPage)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54864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03504" y="4206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(graceful) vs End Session (7-step emergency wipe)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914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617720" y="914400"/>
            <a:ext cx="54864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64024" y="96926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USB Portable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126187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system runs from a USB stick. initDriveDetection() auto-resolves paths. sffs_usb_setup.py bundles portable 7-Zip and ImageGlass.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965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617720" y="19659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64024" y="20208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Google Drive Sync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64024" y="231343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f16_cloud_sync.py uploads encrypted key material to Google Drive. Encrypted payload never leaves the user's Drive. Full OAuth flow.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0175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54864" cy="91440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764024" y="307238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Config Loader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64024" y="336499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f17_config_loader.py loads sffs_config.enc (production) or JSON (dev). Sensible defaults merged at startup.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40690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617720" y="4069080"/>
            <a:ext cx="54864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64024" y="412394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Thread Controller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64024" y="441655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f18_thread_controller.py provides WorkerThread + signals pattern. All crypto ops run off the Qt main thread.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Security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38267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OS Isolation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46804" y="960120"/>
            <a:ext cx="4422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Job Objects / Linux AppArmor · process-level containment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709928"/>
            <a:ext cx="795528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58952" y="1709928"/>
            <a:ext cx="35798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Auth &amp; 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74236" y="1709928"/>
            <a:ext cx="41367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 · SQLite session tokens · timing-safe compare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459736"/>
            <a:ext cx="7406640" cy="65836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33272" y="2459736"/>
            <a:ext cx="33329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Sandbox Isolation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1668" y="2459736"/>
            <a:ext cx="38514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0o700 scoped dirs · decrypted files never hit system disk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43000" y="3209544"/>
            <a:ext cx="6858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07592" y="3209544"/>
            <a:ext cx="30861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Worker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29100" y="32095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subprocess · HMAC-signed IPC · short TTL envelopes · policy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3959352"/>
            <a:ext cx="6309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581912" y="3959352"/>
            <a:ext cx="2839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Crypto 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6532" y="3959352"/>
            <a:ext cx="32808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RSA-OAEP · tamper detection via GCM auth tag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0200" y="14173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18470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6.6+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22768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 3.19+ · cryptography 41+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27066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argon2-cffi 23.1+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36392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31363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0200" y="31363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5.9+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35661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google-api-python-client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99592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995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00200" y="3995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(primary) · Linux (CI)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2569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57200" y="44256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00200" y="44256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(ubuntu-latest + xvfb)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141732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00600" y="1417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test_student1.py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1655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gen, encrypt/decrypt round-trip, hash verify, AEAD tamper detection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198424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00600" y="1984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test_student2.py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create/wipe, Argon2 timing oracle, audit append, emergency lock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55117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800600" y="2551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test_student3.py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detection, config load/save, cloud sync mocks, thread controller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118104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00600" y="3118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test_integration.py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3355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headless demo pipeline (register → login → encrypt → decrypt → verify)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68503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800600" y="3685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test_worker_hardening.py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00600" y="3922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signature validation, HMAC TTL, temp files inside sandbox, policy enforcement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800600" y="42519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verify script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4489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sffs_usb_setup.py --verify checks portable layout and binary presence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7315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 trade-offs and areas for future improvement.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91109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GC — bytearray wipes do not zero str/bytes copies made by CPython during encode/decode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264261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wear-leveling — 3-pass DOD wipe cannot guarantee physical overwrite on flash storage (USB drives)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337413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USB poll window — kernel-level mount events would eliminate the ~500ms exposure gap on removal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410565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secrecy — all files share one RSA keypair; keypair compromise decrypts all history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0" y="1325880"/>
            <a:ext cx="26517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992" y="191109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566160" y="1783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keys — no per-user key isolation; any authenticated user can decrypt any .sffs file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64992" y="264261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566160" y="25146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rotation — changing master password requires manual re-encryption of all existing files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64992" y="337413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566160" y="3246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File-only encryption — directories not supported; no recursive encrypt mode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64992" y="410565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56616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not auto-deleted — original file remains on disk after encrypt; user must delete manually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3258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080760" y="1325880"/>
            <a:ext cx="2651760" cy="36576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08076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45352" y="1911096"/>
            <a:ext cx="128016" cy="128016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446520" y="17830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 test automation — PyQt6 UI interaction paths not covered by automated CI tests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5352" y="2642616"/>
            <a:ext cx="128016" cy="128016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446520" y="251460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 requires active Google Cloud project owned by the SFFS team; no fallback if deactivated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45352" y="3374136"/>
            <a:ext cx="128016" cy="128016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446520" y="3246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— full file read into RAM; files exceeding available memory will fail to encrypt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45352" y="4105656"/>
            <a:ext cx="128016" cy="128016"/>
          </a:xfrm>
          <a:prstGeom prst="ellipse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46520" y="39776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debugger-name list — attacker can evade ProcessMonitor by renaming tools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63480"/>
          </a:solidFill>
          <a:ln w="12700">
            <a:solidFill>
              <a:srgbClr val="263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548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Strength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548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617720" y="1371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585216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897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per-file AES-256-GCM encryption — no full-disk dependency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USB layout runs on Windows and Linux without admin rights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OS isolation → sandbox → worker IPC → crypto core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audit trail, real-time threat alerts, and emergency wipe sequence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pytest coverage — CI on GitHub Actions (ubuntu + xvfb)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20840" y="1097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208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SFFS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File Fortify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1432</Words>
  <Application>Microsoft Office PowerPoint</Application>
  <PresentationFormat>On-screen Show (16:9)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SFFS — Smart File Fortify System</dc:title>
  <dc:subject>PptxGenJS Presentation</dc:subject>
  <dc:creator>SFFS Team</dc:creator>
  <cp:lastModifiedBy>ibraheem lfe</cp:lastModifiedBy>
  <cp:revision>2</cp:revision>
  <dcterms:created xsi:type="dcterms:W3CDTF">2026-06-01T11:06:43Z</dcterms:created>
  <dcterms:modified xsi:type="dcterms:W3CDTF">2026-06-01T11:28:43Z</dcterms:modified>
</cp:coreProperties>
</file>